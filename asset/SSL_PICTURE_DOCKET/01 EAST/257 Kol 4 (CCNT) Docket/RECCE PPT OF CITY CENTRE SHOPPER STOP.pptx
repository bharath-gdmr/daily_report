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7772400" cx="10058400"/>
  <p:notesSz cx="10058400" cy="7772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11" roundtripDataSignature="AMtx7mhKBfVDcWrlSNC+VLHrRMTXFQBz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840653" y="2140652"/>
            <a:ext cx="6287134" cy="1002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subTitle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840653" y="2140652"/>
            <a:ext cx="6287134" cy="1002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840653" y="2140652"/>
            <a:ext cx="6287134" cy="1002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" type="body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2" type="body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40653" y="2140652"/>
            <a:ext cx="6287134" cy="1002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6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type="title"/>
          </p:nvPr>
        </p:nvSpPr>
        <p:spPr>
          <a:xfrm>
            <a:off x="840653" y="2140652"/>
            <a:ext cx="6287134" cy="1002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GDMR – SHOPPER STOP CITY CENTRE –RECCE REPORT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762000"/>
            <a:ext cx="377190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3812556" y="6113725"/>
            <a:ext cx="2333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26.6 x 92.5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838200"/>
            <a:ext cx="7162800" cy="53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 txBox="1"/>
          <p:nvPr/>
        </p:nvSpPr>
        <p:spPr>
          <a:xfrm>
            <a:off x="4117381" y="6494793"/>
            <a:ext cx="8070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222 x 90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838200"/>
            <a:ext cx="7543800" cy="565861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 txBox="1"/>
          <p:nvPr/>
        </p:nvSpPr>
        <p:spPr>
          <a:xfrm>
            <a:off x="4041155" y="6799525"/>
            <a:ext cx="1422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216 x 90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14400"/>
            <a:ext cx="73152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/>
          <p:nvPr/>
        </p:nvSpPr>
        <p:spPr>
          <a:xfrm>
            <a:off x="4345980" y="6723392"/>
            <a:ext cx="8070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209 x 90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2022-11-10T09:50:51Z</dcterms:created>
  <dc:creator>PIYAL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2022-11-10T00:00:00Z</vt:filetime>
  </property>
  <property fmtid="{D5CDD505-2E9C-101B-9397-08002B2CF9AE}" pid="3" name="LastSaved">
    <vt:filetime>2022-11-10T00:00:00Z</vt:filetime>
  </property>
  <property fmtid="{D5CDD505-2E9C-101B-9397-08002B2CF9AE}" pid="4" name="Producer">
    <vt:lpwstr>Microsoft: Print To PDF</vt:lpwstr>
  </property>
</Properties>
</file>