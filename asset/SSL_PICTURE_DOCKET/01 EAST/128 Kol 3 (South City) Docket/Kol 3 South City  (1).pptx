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36">
          <p15:clr>
            <a:srgbClr val="000000"/>
          </p15:clr>
        </p15:guide>
        <p15:guide id="2" pos="288">
          <p15:clr>
            <a:srgbClr val="000000"/>
          </p15:clr>
        </p15:guide>
        <p15:guide id="3" orient="horz" pos="4032">
          <p15:clr>
            <a:srgbClr val="9AA0A6"/>
          </p15:clr>
        </p15:guide>
      </p15:sldGuideLst>
    </p:ext>
    <p:ext uri="GoogleSlidesCustomDataVersion2">
      <go:slidesCustomData xmlns:go="http://customooxmlschemas.google.com/" r:id="rId53" roundtripDataSignature="AMtx7mhOcaz3OiDnEH9vokUlLDQEcvOE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C114D5-3B76-43EE-B73D-E92D8C8F09FE}">
  <a:tblStyle styleId="{12C114D5-3B76-43EE-B73D-E92D8C8F09F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36" orient="horz"/>
        <p:guide pos="288"/>
        <p:guide pos="403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customschemas.google.com/relationships/presentationmetadata" Target="meta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4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>
            <a:off x="9039828" y="2355586"/>
            <a:ext cx="3164889" cy="4502413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4612" y="1114892"/>
            <a:ext cx="2051782" cy="23555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734612" y="4760526"/>
            <a:ext cx="2870975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34612" y="5211334"/>
            <a:ext cx="4821694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CITY MALL, KOLKATA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5856594" y="902527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1071879"/>
            <a:ext cx="5856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2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895"/>
            <a:ext cx="106659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6336406" y="2382592"/>
            <a:ext cx="540912" cy="2768957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722772" y="566670"/>
            <a:ext cx="12410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 X 95 Vinyl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85664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3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0"/>
            <a:ext cx="106659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5262117" y="2356834"/>
            <a:ext cx="540912" cy="301526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800045" y="515155"/>
            <a:ext cx="13901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25.5 X 95 Vinyl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5917469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485904"/>
            <a:ext cx="106662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376556" y="2382593"/>
            <a:ext cx="1140153" cy="2189408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7199290" y="656823"/>
            <a:ext cx="21210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 X 96 Vinyl+Sunboard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28GFSOH5b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9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4941288" y="2044521"/>
            <a:ext cx="1304965" cy="278505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7328079" y="445410"/>
            <a:ext cx="196560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41.75 X 102 BL Fabric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/>
        </p:nvSpPr>
        <p:spPr>
          <a:xfrm>
            <a:off x="585664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28GFSOH5c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6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6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896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5315731" y="2395470"/>
            <a:ext cx="982037" cy="2833354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7302321" y="528034"/>
            <a:ext cx="196560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36.75 X 102 BL Fabric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585664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7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7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485905"/>
            <a:ext cx="106656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7328079" y="579549"/>
            <a:ext cx="12410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 X 96 Vinyl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 rot="187207">
            <a:off x="5512157" y="2466527"/>
            <a:ext cx="814522" cy="3424476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589229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28GFSOH14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8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6"/>
            <a:ext cx="106656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7418230" y="502278"/>
            <a:ext cx="12410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 X 96 Vinyl</a:t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348150" y="1863904"/>
            <a:ext cx="1070079" cy="3416434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/>
        </p:nvSpPr>
        <p:spPr>
          <a:xfrm>
            <a:off x="590069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28GFSOH19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5"/>
            <a:ext cx="106671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4809815" y="2488843"/>
            <a:ext cx="855000" cy="26988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8010659" y="528034"/>
            <a:ext cx="20665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 X 101 Vinyl --- 2 Pcs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644792" y="2473816"/>
            <a:ext cx="855000" cy="26988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585664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28GFSOH20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0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10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2" y="1485905"/>
            <a:ext cx="106662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4608375" y="2053550"/>
            <a:ext cx="1875300" cy="41682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8474299" y="631065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 X 101 Vinyl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28GFSOH21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11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1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4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5964795" y="2530922"/>
            <a:ext cx="413400" cy="31770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8113690" y="631065"/>
            <a:ext cx="25939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Available, Photo attatched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514" y="2530922"/>
            <a:ext cx="2382750" cy="3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/>
          <p:nvPr/>
        </p:nvSpPr>
        <p:spPr>
          <a:xfrm>
            <a:off x="2741237" y="2768957"/>
            <a:ext cx="607270" cy="2395471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28GFSOH22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2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12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8" y="1485904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/>
          <p:nvPr/>
        </p:nvSpPr>
        <p:spPr>
          <a:xfrm rot="150372">
            <a:off x="4868213" y="2465000"/>
            <a:ext cx="1351911" cy="34362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8317024" y="764102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 X 101 Vinyl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28GFSOH23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3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13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722664" y="1861457"/>
            <a:ext cx="677636" cy="669472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6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 txBox="1"/>
          <p:nvPr/>
        </p:nvSpPr>
        <p:spPr>
          <a:xfrm>
            <a:off x="8615966" y="721217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 X 102 Vinyl</a:t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5790450" y="2530929"/>
            <a:ext cx="1138384" cy="2942592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/>
        </p:nvSpPr>
        <p:spPr>
          <a:xfrm>
            <a:off x="593424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28GFCP1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4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14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485906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7907628" y="592428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142 X 68 Vinyl</a:t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5422007" y="2807594"/>
            <a:ext cx="1596980" cy="1107583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28GFCP2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5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p15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3" y="1485906"/>
            <a:ext cx="106662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5"/>
          <p:cNvSpPr/>
          <p:nvPr/>
        </p:nvSpPr>
        <p:spPr>
          <a:xfrm>
            <a:off x="5447763" y="2604407"/>
            <a:ext cx="965916" cy="937283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2768958" y="605307"/>
            <a:ext cx="18966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- 60 X 48 BL Fabric</a:t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6877319" y="2157211"/>
            <a:ext cx="965916" cy="2324637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8474299" y="657852"/>
            <a:ext cx="16193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- 34 X 102 Vinyl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4872746" y="2539545"/>
            <a:ext cx="6286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6983140" y="1457427"/>
            <a:ext cx="6286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28GFSV1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6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16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7" y="1485908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 txBox="1"/>
          <p:nvPr/>
        </p:nvSpPr>
        <p:spPr>
          <a:xfrm>
            <a:off x="5653825" y="540913"/>
            <a:ext cx="25843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Sensomatic – 16 X 58 – 4 Pcs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7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17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3" y="1485905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/>
          <p:nvPr/>
        </p:nvSpPr>
        <p:spPr>
          <a:xfrm>
            <a:off x="6246255" y="2382593"/>
            <a:ext cx="734094" cy="1957588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7611838" y="642551"/>
            <a:ext cx="15392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30.5 X 101  Vinyl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8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" name="Google Shape;275;p18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7"/>
            <a:ext cx="106662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8"/>
          <p:cNvSpPr txBox="1"/>
          <p:nvPr/>
        </p:nvSpPr>
        <p:spPr>
          <a:xfrm>
            <a:off x="7611414" y="669701"/>
            <a:ext cx="21162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 Vinyl --- 2 Pcs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5473521" y="2131650"/>
            <a:ext cx="746975" cy="25947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6220496" y="2131650"/>
            <a:ext cx="746975" cy="25947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5541040" y="1496458"/>
            <a:ext cx="5549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6263569" y="1454836"/>
            <a:ext cx="5549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28FFSOH4b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9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19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4" y="1485908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/>
          <p:cNvSpPr/>
          <p:nvPr/>
        </p:nvSpPr>
        <p:spPr>
          <a:xfrm>
            <a:off x="5030813" y="2209683"/>
            <a:ext cx="1071300" cy="3053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7907628" y="528034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 txBox="1"/>
          <p:nvPr/>
        </p:nvSpPr>
        <p:spPr>
          <a:xfrm>
            <a:off x="6102144" y="902602"/>
            <a:ext cx="44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20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20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8" y="1478958"/>
            <a:ext cx="10681500" cy="49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5044878" y="1949030"/>
            <a:ext cx="654300" cy="31293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8512935" y="528034"/>
            <a:ext cx="20665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 --- 2 Pcs</a:t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5699552" y="1934003"/>
            <a:ext cx="793272" cy="31293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28FFSOH5a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21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7" y="1485895"/>
            <a:ext cx="106659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6046864" y="2417444"/>
            <a:ext cx="609600" cy="2585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28FFSOH5b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2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" name="Google Shape;323;p22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0"/>
            <a:ext cx="106671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/>
          <p:nvPr/>
        </p:nvSpPr>
        <p:spPr>
          <a:xfrm>
            <a:off x="5332964" y="2360733"/>
            <a:ext cx="811500" cy="26589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23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4" name="Google Shape;334;p23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8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/>
          <p:nvPr/>
        </p:nvSpPr>
        <p:spPr>
          <a:xfrm>
            <a:off x="4793045" y="2176986"/>
            <a:ext cx="666300" cy="3010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7778839" y="502276"/>
            <a:ext cx="20665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 --- 2 Pcs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447718" y="2174838"/>
            <a:ext cx="837172" cy="3010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28FFSOH6a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24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24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485909"/>
            <a:ext cx="106656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/>
          <p:nvPr/>
        </p:nvSpPr>
        <p:spPr>
          <a:xfrm>
            <a:off x="5795944" y="1810295"/>
            <a:ext cx="776700" cy="35619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28FFSOH6b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25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5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6" y="1485896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5"/>
          <p:cNvSpPr/>
          <p:nvPr/>
        </p:nvSpPr>
        <p:spPr>
          <a:xfrm>
            <a:off x="4944155" y="1796604"/>
            <a:ext cx="1047000" cy="36177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26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26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6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6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5770882" y="2492063"/>
            <a:ext cx="810222" cy="2492061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27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27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5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7"/>
          <p:cNvSpPr/>
          <p:nvPr/>
        </p:nvSpPr>
        <p:spPr>
          <a:xfrm>
            <a:off x="5531734" y="2339546"/>
            <a:ext cx="840900" cy="25206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28FFSOH13a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28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0" name="Google Shape;390;p28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5" y="1485895"/>
            <a:ext cx="106662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8"/>
          <p:cNvSpPr/>
          <p:nvPr/>
        </p:nvSpPr>
        <p:spPr>
          <a:xfrm>
            <a:off x="5175105" y="2267080"/>
            <a:ext cx="498000" cy="26856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28FFSOH21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29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1" name="Google Shape;401;p29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8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9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  <p:sp>
        <p:nvSpPr>
          <p:cNvPr id="405" name="Google Shape;405;p29"/>
          <p:cNvSpPr/>
          <p:nvPr/>
        </p:nvSpPr>
        <p:spPr>
          <a:xfrm rot="218506">
            <a:off x="7158105" y="2134508"/>
            <a:ext cx="1047000" cy="277234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0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28FFSOH22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30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2" name="Google Shape;412;p30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895"/>
            <a:ext cx="106671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0"/>
          <p:cNvSpPr txBox="1"/>
          <p:nvPr/>
        </p:nvSpPr>
        <p:spPr>
          <a:xfrm>
            <a:off x="7778839" y="502276"/>
            <a:ext cx="13404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X 102 Vinyl</a:t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5928961" y="2199290"/>
            <a:ext cx="780932" cy="2630288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28FFSV1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31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31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1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5902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1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32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3" name="Google Shape;433;p32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3" y="1485907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2"/>
          <p:cNvSpPr/>
          <p:nvPr/>
        </p:nvSpPr>
        <p:spPr>
          <a:xfrm>
            <a:off x="4317958" y="2423019"/>
            <a:ext cx="3757200" cy="19503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2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33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4" name="Google Shape;444;p33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3" y="1485906"/>
            <a:ext cx="106656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3"/>
          <p:cNvSpPr/>
          <p:nvPr/>
        </p:nvSpPr>
        <p:spPr>
          <a:xfrm>
            <a:off x="8176979" y="2373575"/>
            <a:ext cx="2895000" cy="21510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34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34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8" y="1485895"/>
            <a:ext cx="106671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4"/>
          <p:cNvSpPr/>
          <p:nvPr/>
        </p:nvSpPr>
        <p:spPr>
          <a:xfrm>
            <a:off x="3634650" y="2905452"/>
            <a:ext cx="1572000" cy="1182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5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35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35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485905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5"/>
          <p:cNvSpPr/>
          <p:nvPr/>
        </p:nvSpPr>
        <p:spPr>
          <a:xfrm>
            <a:off x="1280804" y="2331172"/>
            <a:ext cx="2225700" cy="18240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5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36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7" name="Google Shape;477;p36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37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37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8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38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1" name="Google Shape;491;p38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39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8" name="Google Shape;498;p39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40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5" name="Google Shape;505;p40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1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28ODW10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p41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2" name="Google Shape;512;p41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1" y="1485896"/>
            <a:ext cx="10666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1"/>
          <p:cNvSpPr/>
          <p:nvPr/>
        </p:nvSpPr>
        <p:spPr>
          <a:xfrm>
            <a:off x="3930682" y="2604398"/>
            <a:ext cx="3640800" cy="1651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1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2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28ESC1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42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3" name="Google Shape;523;p42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2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2" y="1485895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2"/>
          <p:cNvSpPr/>
          <p:nvPr/>
        </p:nvSpPr>
        <p:spPr>
          <a:xfrm>
            <a:off x="3844499" y="2604413"/>
            <a:ext cx="1136700" cy="14667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2"/>
          <p:cNvSpPr txBox="1"/>
          <p:nvPr/>
        </p:nvSpPr>
        <p:spPr>
          <a:xfrm>
            <a:off x="6140958" y="233929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3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28ESC2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43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4" name="Google Shape;534;p43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3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0" y="1485895"/>
            <a:ext cx="106668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/>
          <p:nvPr/>
        </p:nvSpPr>
        <p:spPr>
          <a:xfrm>
            <a:off x="5183669" y="2604409"/>
            <a:ext cx="2043600" cy="15507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3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" name="Google Shape;543;p44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4" name="Google Shape;544;p44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4"/>
          <p:cNvSpPr/>
          <p:nvPr/>
        </p:nvSpPr>
        <p:spPr>
          <a:xfrm>
            <a:off x="4082143" y="2008414"/>
            <a:ext cx="498021" cy="595993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1485905"/>
            <a:ext cx="106656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4"/>
          <p:cNvSpPr/>
          <p:nvPr/>
        </p:nvSpPr>
        <p:spPr>
          <a:xfrm>
            <a:off x="5808722" y="2402801"/>
            <a:ext cx="2577000" cy="21636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8" name="Google Shape;548;p44"/>
          <p:cNvGraphicFramePr/>
          <p:nvPr/>
        </p:nvGraphicFramePr>
        <p:xfrm>
          <a:off x="5856650" y="8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{12C114D5-3B76-43EE-B73D-E92D8C8F09FE}</a:tableStyleId>
              </a:tblPr>
              <a:tblGrid>
                <a:gridCol w="545250"/>
                <a:gridCol w="436200"/>
                <a:gridCol w="1465775"/>
                <a:gridCol w="29180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Kol 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28ESC3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122x70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9" name="Google Shape;549;p44"/>
          <p:cNvSpPr txBox="1"/>
          <p:nvPr/>
        </p:nvSpPr>
        <p:spPr>
          <a:xfrm>
            <a:off x="6140958" y="387814"/>
            <a:ext cx="4390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Unable to take measurements due to short time span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5"/>
          <p:cNvSpPr txBox="1"/>
          <p:nvPr/>
        </p:nvSpPr>
        <p:spPr>
          <a:xfrm>
            <a:off x="6102144" y="902602"/>
            <a:ext cx="4429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28DTH1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45"/>
          <p:cNvCxnSpPr/>
          <p:nvPr/>
        </p:nvCxnSpPr>
        <p:spPr>
          <a:xfrm>
            <a:off x="0" y="1071879"/>
            <a:ext cx="585665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45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1" y="1485900"/>
            <a:ext cx="106647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5"/>
          <p:cNvSpPr/>
          <p:nvPr/>
        </p:nvSpPr>
        <p:spPr>
          <a:xfrm>
            <a:off x="4851810" y="2838916"/>
            <a:ext cx="757500" cy="11232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5"/>
          <p:cNvSpPr txBox="1"/>
          <p:nvPr/>
        </p:nvSpPr>
        <p:spPr>
          <a:xfrm>
            <a:off x="7456868" y="445401"/>
            <a:ext cx="11512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LED Screen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6"/>
          <p:cNvSpPr txBox="1"/>
          <p:nvPr/>
        </p:nvSpPr>
        <p:spPr>
          <a:xfrm>
            <a:off x="5856600" y="4344150"/>
            <a:ext cx="128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5" name="Google Shape;565;p46"/>
          <p:cNvCxnSpPr/>
          <p:nvPr/>
        </p:nvCxnSpPr>
        <p:spPr>
          <a:xfrm>
            <a:off x="0" y="4555454"/>
            <a:ext cx="5856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6" name="Google Shape;566;p46"/>
          <p:cNvSpPr/>
          <p:nvPr/>
        </p:nvSpPr>
        <p:spPr>
          <a:xfrm flipH="1">
            <a:off x="9966288" y="3160371"/>
            <a:ext cx="2225712" cy="369763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2022-06-13T09:10:00Z</dcterms:created>
  <dc:creator>GDMR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650209D92FAD46408B4505E2965A7E41</vt:lpwstr>
  </property>
  <property fmtid="{D5CDD505-2E9C-101B-9397-08002B2CF9AE}" pid="3" name="KSOProductBuildVer">
    <vt:lpwstr>1033-11.2.0.11156</vt:lpwstr>
  </property>
</Properties>
</file>