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92">
          <p15:clr>
            <a:srgbClr val="A4A3A4"/>
          </p15:clr>
        </p15:guide>
        <p15:guide id="2" pos="234">
          <p15:clr>
            <a:srgbClr val="A4A3A4"/>
          </p15:clr>
        </p15:guide>
        <p15:guide id="3" orient="horz" pos="302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00CF28-D240-4C60-9D69-8F43DA76B32D}">
  <a:tblStyle styleId="{E400CF28-D240-4C60-9D69-8F43DA76B3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92" orient="horz"/>
        <p:guide pos="234"/>
        <p:guide pos="30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8e9ba0da9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8e9ba0da9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3"/>
          <p:cNvCxnSpPr/>
          <p:nvPr/>
        </p:nvCxnSpPr>
        <p:spPr>
          <a:xfrm>
            <a:off x="0" y="917104"/>
            <a:ext cx="34803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50" y="1257300"/>
            <a:ext cx="6321011" cy="354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" name="Google Shape;56;p13"/>
          <p:cNvGraphicFramePr/>
          <p:nvPr/>
        </p:nvGraphicFramePr>
        <p:xfrm>
          <a:off x="3480300" y="8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{E400CF28-D240-4C60-9D69-8F43DA76B32D}</a:tableStyleId>
              </a:tblPr>
              <a:tblGrid>
                <a:gridCol w="778950"/>
                <a:gridCol w="778950"/>
                <a:gridCol w="498525"/>
                <a:gridCol w="475150"/>
                <a:gridCol w="319375"/>
                <a:gridCol w="23524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Kol 1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12GFSV1</a:t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