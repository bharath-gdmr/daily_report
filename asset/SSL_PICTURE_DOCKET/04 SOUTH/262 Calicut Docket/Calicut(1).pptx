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31a740a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31a740a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479906a4d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479906a4d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479906a4d4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479906a4d4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479906a4d4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479906a4d4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0959" y="836169"/>
            <a:ext cx="1538836" cy="17666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103925" y="3682950"/>
            <a:ext cx="239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Calicut</a:t>
            </a:r>
            <a:endParaRPr b="1" sz="2000"/>
          </a:p>
        </p:txBody>
      </p:sp>
      <p:sp>
        <p:nvSpPr>
          <p:cNvPr id="56" name="Google Shape;56;p13"/>
          <p:cNvSpPr txBox="1"/>
          <p:nvPr/>
        </p:nvSpPr>
        <p:spPr>
          <a:xfrm>
            <a:off x="4122375" y="1424650"/>
            <a:ext cx="507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4"/>
          <p:cNvCxnSpPr/>
          <p:nvPr/>
        </p:nvCxnSpPr>
        <p:spPr>
          <a:xfrm>
            <a:off x="0" y="778604"/>
            <a:ext cx="3480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" name="Google Shape;62;p14"/>
          <p:cNvSpPr txBox="1"/>
          <p:nvPr/>
        </p:nvSpPr>
        <p:spPr>
          <a:xfrm>
            <a:off x="3480300" y="525325"/>
            <a:ext cx="11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262FFCC1</a:t>
            </a:r>
            <a:endParaRPr b="1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7925"/>
            <a:ext cx="6937485" cy="39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2189725" y="2586700"/>
            <a:ext cx="2859900" cy="11844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5"/>
          <p:cNvCxnSpPr/>
          <p:nvPr/>
        </p:nvCxnSpPr>
        <p:spPr>
          <a:xfrm>
            <a:off x="0" y="778604"/>
            <a:ext cx="3480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" name="Google Shape;70;p15"/>
          <p:cNvSpPr txBox="1"/>
          <p:nvPr/>
        </p:nvSpPr>
        <p:spPr>
          <a:xfrm>
            <a:off x="3480300" y="525325"/>
            <a:ext cx="10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262FFV2</a:t>
            </a:r>
            <a:endParaRPr b="1"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450" y="1082850"/>
            <a:ext cx="7365826" cy="37521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 rot="5400000">
            <a:off x="5356150" y="2206050"/>
            <a:ext cx="2489400" cy="651000"/>
          </a:xfrm>
          <a:prstGeom prst="rect">
            <a:avLst/>
          </a:prstGeom>
          <a:noFill/>
          <a:ln cap="flat" cmpd="sng" w="28575">
            <a:solidFill>
              <a:srgbClr val="EEF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/>
          <p:nvPr/>
        </p:nvCxnSpPr>
        <p:spPr>
          <a:xfrm>
            <a:off x="0" y="778604"/>
            <a:ext cx="3480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" name="Google Shape;78;p16"/>
          <p:cNvSpPr txBox="1"/>
          <p:nvPr/>
        </p:nvSpPr>
        <p:spPr>
          <a:xfrm>
            <a:off x="3480300" y="578500"/>
            <a:ext cx="96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262FFV6</a:t>
            </a:r>
            <a:endParaRPr b="1"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1100"/>
            <a:ext cx="6767817" cy="38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