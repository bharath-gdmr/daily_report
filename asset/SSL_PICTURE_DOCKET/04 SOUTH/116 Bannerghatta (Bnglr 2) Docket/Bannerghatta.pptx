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A4E603-1DA3-46A1-8DA6-B70EBA0E7ACB}">
  <a:tblStyle styleId="{87A4E603-1DA3-46A1-8DA6-B70EBA0E7A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48b14b4b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48b14b4b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48b14b4bd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48b14b4bd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48b14b4bd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48b14b4bd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48b14b4bdf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48b14b4bd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48b14b4bd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48b14b4bd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8b14b4bd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48b14b4bd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0959" y="836169"/>
            <a:ext cx="1538836" cy="17666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103925" y="3682950"/>
            <a:ext cx="239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BANNERGHATTA</a:t>
            </a:r>
            <a:endParaRPr b="1" sz="2000"/>
          </a:p>
        </p:txBody>
      </p:sp>
      <p:sp>
        <p:nvSpPr>
          <p:cNvPr id="56" name="Google Shape;56;p13"/>
          <p:cNvSpPr txBox="1"/>
          <p:nvPr/>
        </p:nvSpPr>
        <p:spPr>
          <a:xfrm>
            <a:off x="4122375" y="1424650"/>
            <a:ext cx="507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4"/>
          <p:cNvCxnSpPr/>
          <p:nvPr/>
        </p:nvCxnSpPr>
        <p:spPr>
          <a:xfrm>
            <a:off x="0" y="778604"/>
            <a:ext cx="348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095425"/>
            <a:ext cx="6331705" cy="3705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" name="Google Shape;63;p14"/>
          <p:cNvGraphicFramePr/>
          <p:nvPr/>
        </p:nvGraphicFramePr>
        <p:xfrm>
          <a:off x="3480300" y="67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{87A4E603-1DA3-46A1-8DA6-B70EBA0E7ACB}</a:tableStyleId>
              </a:tblPr>
              <a:tblGrid>
                <a:gridCol w="718025"/>
                <a:gridCol w="789025"/>
                <a:gridCol w="370825"/>
                <a:gridCol w="418175"/>
                <a:gridCol w="22645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Bang 2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16DSO1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LED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" name="Google Shape;64;p14"/>
          <p:cNvSpPr/>
          <p:nvPr/>
        </p:nvSpPr>
        <p:spPr>
          <a:xfrm>
            <a:off x="2633375" y="1391650"/>
            <a:ext cx="1186800" cy="8943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095425"/>
            <a:ext cx="7138410" cy="370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5"/>
          <p:cNvCxnSpPr/>
          <p:nvPr/>
        </p:nvCxnSpPr>
        <p:spPr>
          <a:xfrm>
            <a:off x="0" y="778604"/>
            <a:ext cx="348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1" name="Google Shape;71;p15"/>
          <p:cNvGraphicFramePr/>
          <p:nvPr/>
        </p:nvGraphicFramePr>
        <p:xfrm>
          <a:off x="3480300" y="67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{87A4E603-1DA3-46A1-8DA6-B70EBA0E7ACB}</a:tableStyleId>
              </a:tblPr>
              <a:tblGrid>
                <a:gridCol w="718000"/>
                <a:gridCol w="789025"/>
                <a:gridCol w="370850"/>
                <a:gridCol w="418200"/>
                <a:gridCol w="22645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Bang 2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16V27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095427"/>
            <a:ext cx="7501554" cy="37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480300" y="578500"/>
            <a:ext cx="131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Extra 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0" y="778604"/>
            <a:ext cx="348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3480300" y="578500"/>
            <a:ext cx="131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095425"/>
            <a:ext cx="7319980" cy="370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7"/>
          <p:cNvCxnSpPr/>
          <p:nvPr/>
        </p:nvCxnSpPr>
        <p:spPr>
          <a:xfrm>
            <a:off x="0" y="778604"/>
            <a:ext cx="348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86" name="Google Shape;86;p17"/>
          <p:cNvGraphicFramePr/>
          <p:nvPr/>
        </p:nvGraphicFramePr>
        <p:xfrm>
          <a:off x="3480300" y="67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{87A4E603-1DA3-46A1-8DA6-B70EBA0E7ACB}</a:tableStyleId>
              </a:tblPr>
              <a:tblGrid>
                <a:gridCol w="718000"/>
                <a:gridCol w="789025"/>
                <a:gridCol w="370850"/>
                <a:gridCol w="418200"/>
                <a:gridCol w="22645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Bang 2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16v28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095425"/>
            <a:ext cx="7549294" cy="370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8"/>
          <p:cNvCxnSpPr/>
          <p:nvPr/>
        </p:nvCxnSpPr>
        <p:spPr>
          <a:xfrm>
            <a:off x="0" y="778604"/>
            <a:ext cx="348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