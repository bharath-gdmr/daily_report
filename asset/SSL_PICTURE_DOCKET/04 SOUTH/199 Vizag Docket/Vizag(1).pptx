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84C73-61B6-4F8E-8174-9D0CBBF76E1E}">
  <a:tblStyle styleId="{D4784C73-61B6-4F8E-8174-9D0CBBF76E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4eaeab4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4eaeab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4eaeab49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4eaeab49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4eaeab49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4eaeab4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959" y="836169"/>
            <a:ext cx="1538836" cy="17666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84750" y="3483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Vizag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0" y="778604"/>
            <a:ext cx="5079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1" name="Google Shape;61;p14"/>
          <p:cNvGraphicFramePr/>
          <p:nvPr/>
        </p:nvGraphicFramePr>
        <p:xfrm>
          <a:off x="5079900" y="6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{D4784C73-61B6-4F8E-8174-9D0CBBF76E1E}</a:tableStyleId>
              </a:tblPr>
              <a:tblGrid>
                <a:gridCol w="718000"/>
                <a:gridCol w="789025"/>
                <a:gridCol w="370850"/>
                <a:gridCol w="418175"/>
                <a:gridCol w="16904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Vizag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99DS01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5775"/>
            <a:ext cx="8698453" cy="395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5"/>
          <p:cNvCxnSpPr/>
          <p:nvPr/>
        </p:nvCxnSpPr>
        <p:spPr>
          <a:xfrm>
            <a:off x="0" y="778604"/>
            <a:ext cx="4530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8" name="Google Shape;68;p15"/>
          <p:cNvGraphicFramePr/>
          <p:nvPr/>
        </p:nvGraphicFramePr>
        <p:xfrm>
          <a:off x="4530900" y="6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{D4784C73-61B6-4F8E-8174-9D0CBBF76E1E}</a:tableStyleId>
              </a:tblPr>
              <a:tblGrid>
                <a:gridCol w="598200"/>
                <a:gridCol w="657375"/>
                <a:gridCol w="308975"/>
                <a:gridCol w="348400"/>
                <a:gridCol w="1886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Vizag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99TFV2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5775"/>
            <a:ext cx="5263466" cy="39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