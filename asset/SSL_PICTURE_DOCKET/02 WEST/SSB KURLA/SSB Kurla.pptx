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2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3f7c4a7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03f7c4a7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03f7c4a703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03f7c4a703_0_2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3f7c4a703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03f7c4a703_0_2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jpg"/><Relationship Id="rId5" Type="http://schemas.openxmlformats.org/officeDocument/2006/relationships/image" Target="../media/image6.jpg"/><Relationship Id="rId6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jpg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202" y="358376"/>
            <a:ext cx="1690199" cy="19404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7308650" y="0"/>
            <a:ext cx="1508700" cy="5074800"/>
          </a:xfrm>
          <a:prstGeom prst="parallelogram">
            <a:avLst>
              <a:gd fmla="val 25000" name="adj"/>
            </a:avLst>
          </a:prstGeom>
          <a:solidFill>
            <a:srgbClr val="F01B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6074200" y="0"/>
            <a:ext cx="1508700" cy="5074800"/>
          </a:xfrm>
          <a:prstGeom prst="parallelogram">
            <a:avLst>
              <a:gd fmla="val 69484" name="adj"/>
            </a:avLst>
          </a:prstGeom>
          <a:solidFill>
            <a:srgbClr val="F01B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21800" y="3327575"/>
            <a:ext cx="340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SSB KURLA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 flipH="1">
            <a:off x="7474800" y="2370278"/>
            <a:ext cx="1669200" cy="277320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392485" y="671795"/>
            <a:ext cx="2106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30425" l="17571" r="18391" t="0"/>
          <a:stretch/>
        </p:blipFill>
        <p:spPr>
          <a:xfrm>
            <a:off x="8556175" y="0"/>
            <a:ext cx="587825" cy="73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102" y="423874"/>
            <a:ext cx="2565446" cy="456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0900" y="423876"/>
            <a:ext cx="2565450" cy="456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7077" y="423876"/>
            <a:ext cx="2565450" cy="456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 flipH="1">
            <a:off x="7474800" y="2370278"/>
            <a:ext cx="1669200" cy="277320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392485" y="671795"/>
            <a:ext cx="2106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30425" l="17571" r="18391" t="0"/>
          <a:stretch/>
        </p:blipFill>
        <p:spPr>
          <a:xfrm>
            <a:off x="8556175" y="0"/>
            <a:ext cx="587825" cy="73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2721769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2176" y="152401"/>
            <a:ext cx="2721775" cy="4838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