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6F79C6-EE97-40A4-B7BB-99748B8638AB}">
  <a:tblStyle styleId="{786F79C6-EE97-40A4-B7BB-99748B8638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56ad08820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156ad088207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56ad08820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156ad088207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04f983e82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04f983e82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04f983e82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04f983e82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4f983e82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04f983e82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04f983e8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04f983e8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56ad08820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156ad088207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4f983e82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04f983e82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04f983e827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04f983e82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04f983e827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04f983e827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56ad08820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156ad088207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8270888" y="4496250"/>
            <a:ext cx="42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975" y="847175"/>
            <a:ext cx="1828250" cy="209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6"/>
          <p:cNvCxnSpPr/>
          <p:nvPr/>
        </p:nvCxnSpPr>
        <p:spPr>
          <a:xfrm flipH="1" rot="10800000">
            <a:off x="0" y="800309"/>
            <a:ext cx="36924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26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26"/>
          <p:cNvGraphicFramePr/>
          <p:nvPr/>
        </p:nvGraphicFramePr>
        <p:xfrm>
          <a:off x="3692250" y="659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564350"/>
                <a:gridCol w="1328750"/>
                <a:gridCol w="535775"/>
                <a:gridCol w="657225"/>
                <a:gridCol w="500075"/>
                <a:gridCol w="464350"/>
              </a:tblGrid>
              <a:tr h="26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300" marB="14300" marR="21425" marL="21425" anchor="ctr">
                    <a:lnL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300" marB="14300" marR="21425" marL="21425" anchor="ctr">
                    <a:lnL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300" marB="14300" marR="21425" marL="21425" anchor="ctr">
                    <a:lnL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800">
                        <a:solidFill>
                          <a:srgbClr val="2626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300" marB="14300" marR="21425" marL="21425" anchor="ctr">
                    <a:lnL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800">
                        <a:solidFill>
                          <a:srgbClr val="26262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300" marB="14300" marR="21425" marL="21425" anchor="ctr">
                    <a:lnL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Kashish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300" marB="14300" marR="21425" marL="21425" anchor="ctr">
                    <a:lnL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5726" y="1550576"/>
            <a:ext cx="3738026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/>
          <p:nvPr/>
        </p:nvSpPr>
        <p:spPr>
          <a:xfrm>
            <a:off x="1314746" y="1880609"/>
            <a:ext cx="1006800" cy="2052300"/>
          </a:xfrm>
          <a:prstGeom prst="rect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954450" y="210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3C47D"/>
                </a:solidFill>
              </a:rPr>
              <a:t>Uploaded</a:t>
            </a:r>
            <a:endParaRPr b="1">
              <a:solidFill>
                <a:srgbClr val="93C47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27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27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709300" cy="3854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27"/>
          <p:cNvGraphicFramePr/>
          <p:nvPr/>
        </p:nvGraphicFramePr>
        <p:xfrm>
          <a:off x="45606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25"/>
                <a:gridCol w="436800"/>
                <a:gridCol w="5034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28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28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28"/>
          <p:cNvGraphicFramePr/>
          <p:nvPr/>
        </p:nvGraphicFramePr>
        <p:xfrm>
          <a:off x="45606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25"/>
                <a:gridCol w="436825"/>
                <a:gridCol w="5034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666875" cy="38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9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9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4" name="Google Shape;164;p29"/>
          <p:cNvGraphicFramePr/>
          <p:nvPr/>
        </p:nvGraphicFramePr>
        <p:xfrm>
          <a:off x="4560600" y="4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25"/>
                <a:gridCol w="436825"/>
                <a:gridCol w="503425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719975" cy="38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30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30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2" name="Google Shape;172;p30"/>
          <p:cNvGraphicFramePr/>
          <p:nvPr/>
        </p:nvGraphicFramePr>
        <p:xfrm>
          <a:off x="45606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25"/>
                <a:gridCol w="436825"/>
                <a:gridCol w="5034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613775" cy="377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31"/>
          <p:cNvCxnSpPr/>
          <p:nvPr/>
        </p:nvCxnSpPr>
        <p:spPr>
          <a:xfrm flipH="1" rot="10800000">
            <a:off x="0" y="800309"/>
            <a:ext cx="36924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31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5954450" y="210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3C47D"/>
                </a:solidFill>
              </a:rPr>
              <a:t>Uploaded</a:t>
            </a:r>
            <a:endParaRPr b="1">
              <a:solidFill>
                <a:srgbClr val="93C47D"/>
              </a:solidFill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75" y="1095275"/>
            <a:ext cx="1546675" cy="35919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31"/>
          <p:cNvGraphicFramePr/>
          <p:nvPr/>
        </p:nvGraphicFramePr>
        <p:xfrm>
          <a:off x="3692400" y="59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25"/>
                <a:gridCol w="436825"/>
                <a:gridCol w="5034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32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32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9" name="Google Shape;189;p32"/>
          <p:cNvGraphicFramePr/>
          <p:nvPr/>
        </p:nvGraphicFramePr>
        <p:xfrm>
          <a:off x="45606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50"/>
                <a:gridCol w="436800"/>
                <a:gridCol w="5034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75FFFL11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645650" cy="37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33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33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7" name="Google Shape;197;p33"/>
          <p:cNvGraphicFramePr/>
          <p:nvPr/>
        </p:nvGraphicFramePr>
        <p:xfrm>
          <a:off x="45606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07400"/>
                <a:gridCol w="614525"/>
                <a:gridCol w="2272375"/>
                <a:gridCol w="421600"/>
                <a:gridCol w="485925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75SFL1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723750" cy="39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34"/>
          <p:cNvCxnSpPr/>
          <p:nvPr/>
        </p:nvCxnSpPr>
        <p:spPr>
          <a:xfrm>
            <a:off x="0" y="740004"/>
            <a:ext cx="4560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34"/>
          <p:cNvSpPr/>
          <p:nvPr/>
        </p:nvSpPr>
        <p:spPr>
          <a:xfrm flipH="1">
            <a:off x="7305300" y="3037800"/>
            <a:ext cx="1838700" cy="21057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5" name="Google Shape;205;p34"/>
          <p:cNvGraphicFramePr/>
          <p:nvPr/>
        </p:nvGraphicFramePr>
        <p:xfrm>
          <a:off x="45606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{786F79C6-EE97-40A4-B7BB-99748B8638AB}</a:tableStyleId>
              </a:tblPr>
              <a:tblGrid>
                <a:gridCol w="629300"/>
                <a:gridCol w="636700"/>
                <a:gridCol w="2354325"/>
                <a:gridCol w="436825"/>
                <a:gridCol w="5034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Latur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75TFFL1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 Solvent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75" y="1028700"/>
            <a:ext cx="1677500" cy="376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 flipH="1" rot="10800000">
            <a:off x="0" y="800309"/>
            <a:ext cx="36924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35"/>
          <p:cNvSpPr/>
          <p:nvPr/>
        </p:nvSpPr>
        <p:spPr>
          <a:xfrm flipH="1">
            <a:off x="6968100" y="1589425"/>
            <a:ext cx="2175900" cy="39300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3692400" y="602000"/>
            <a:ext cx="37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WINDOW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75" y="1054700"/>
            <a:ext cx="2142500" cy="380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0475" y="1054696"/>
            <a:ext cx="5090400" cy="285940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/>
        </p:nvSpPr>
        <p:spPr>
          <a:xfrm>
            <a:off x="2787199" y="3966600"/>
            <a:ext cx="254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GB vinyl -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File made in two parts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5"/>
          <p:cNvSpPr txBox="1"/>
          <p:nvPr/>
        </p:nvSpPr>
        <p:spPr>
          <a:xfrm>
            <a:off x="5954450" y="210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3C47D"/>
                </a:solidFill>
              </a:rPr>
              <a:t>Uploaded</a:t>
            </a:r>
            <a:endParaRPr b="1">
              <a:solidFill>
                <a:srgbClr val="93C47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